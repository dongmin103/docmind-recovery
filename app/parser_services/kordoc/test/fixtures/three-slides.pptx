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NOTES_1_UNIQUE 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NOTES_2_UNIQUE 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NOTES_3_UNIQUE 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SLIDE_1_UNIQUE Visible content on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SLIDE_2_UNIQUE Visible content on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SLIDE_3_UNIQUE Visible content on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